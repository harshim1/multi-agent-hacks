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681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34407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i="1" spc="-6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planning-support agent that tells you the truth about your 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3672284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when a day's demand doesn't match your real capacity — and makes that mismatch visible instead of hiding it.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submission  ·  Notion + Google Calendar + Google Sheets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545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259483"/>
            <a:ext cx="1086874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i="1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AI schedulers optimize for a fuller calendar — not an honest one.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They silently drop what doesn't 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862534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249487"/>
            <a:ext cx="10868745" cy="103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task disappears instead of showing up as deferred — the calendar looks clean, the day was never actually possible.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typical claim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i="1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"Your day is fully scheduled"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They never say a day is impossible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3420864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3807817"/>
            <a:ext cx="10868745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hours of tasks against 4 available hours still gets scheduled as if it fits.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Looks complete — but 2 tasks were quietly never scheduled.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They treat every hour as interchangeable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4695031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5081984"/>
            <a:ext cx="10868745" cy="103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Tempo shows instead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account for the cost of switching between deep work, admin, and errands.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i="1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"6.2h requested, 4.7h available"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Explicit, with the 2 deferred tasks named.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026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idea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48346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i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 detects when a planned day's demand doesn't match a person's real capacity — and instead of hiding that mismatch behind a schedule that looks fine, it makes the mismatch visible, explains why, and offers a way through 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319504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one-sentence pitch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10087"/>
            <a:ext cx="10868745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Reads real tasks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Checks real availability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Writes real events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overbooks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7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works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8529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real integrations, one deterministic scheduler at the center.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900337"/>
            <a:ext cx="10868745" cy="442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Notion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Calendar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Sheets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inbox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availability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Ledger + evaluation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 scheduler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+ deadline + demand-vs-capacity check, no randomness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Writes back: Calendar event, Notion status, Sheets ledger row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0" y="877689"/>
            <a:ext cx="7430802" cy="510262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855490"/>
            <a:ext cx="3248936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plan: The demand-vs-capacity view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4293691"/>
            <a:ext cx="3248936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Tempo shows when a day is infeasible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0" y="821928"/>
            <a:ext cx="7430802" cy="52141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560116"/>
            <a:ext cx="3248936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Clustered plan: Transition-cost optimization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4588966"/>
            <a:ext cx="3248936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Grouped by context to cut switching cost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39" y="846733"/>
            <a:ext cx="7430703" cy="51645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973560"/>
            <a:ext cx="3248936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Duration calibration from history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821113"/>
            <a:ext cx="3248936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Blended from your own past deep-work tasks, not a fixed rule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0" y="834330"/>
            <a:ext cx="7430802" cy="518933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855490"/>
            <a:ext cx="3248936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Write log: Idempotent writes with recovery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4293691"/>
            <a:ext cx="3248936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Every automated write is logged and reversible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0" y="806450"/>
            <a:ext cx="7430802" cy="5245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678285"/>
            <a:ext cx="3248936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Evaluation: Five test scenarios, all passing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4116487"/>
            <a:ext cx="3248936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Logged pass/fail results — not a demo we hope survives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9904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we actually are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279823"/>
            <a:ext cx="1086874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i="1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smaller thing that is true beats a bigger thing that is claimed.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— Phase 1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— Phase 2 &amp;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340967"/>
            <a:ext cx="10868745" cy="3857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live tasks from Notion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real busy blocks from Google Calendar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Sorts by priority and due date, respects buffer time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scheduled events back to Calendar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every write to a Sheets ledger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Flips Notion status to Planned, stores event ID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silently drops a task — defers instead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test suite passes (test_phase1.py)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Transition-cost clustering by context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demand-vs-capacity display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 writes, five tested failure scenarios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duration calibration from history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Plain-rule friction labeling on deferred tasks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LLM explanation layer with fallback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comparison in the evaluation report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5884"/>
            <a:ext cx="10868745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spc="-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isn't a generic scheduler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515963"/>
            <a:ext cx="10868745" cy="122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931914"/>
            <a:ext cx="10868745" cy="3200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Transition-cost clustering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system can say no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survives a real failure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same-context tasks together and measures the reduction — an 11-to-3 transition-cost drop, reported as a measured number, not a time-savings claim.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vs. capacity is computed up front and shown explicitly, before any writes happen — an infeasible day is stated, not hidden.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 writes checked against a ledger before every Calendar call — a killed connection and retry produce exactly one event, never a duplicate.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880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7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to not overclaim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299567"/>
            <a:ext cx="10868745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i="1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Non-negotiable engineering rules, followed from Phase 1 onward.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Deterministic scheduling owns every decision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56682" y="2082205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473523"/>
            <a:ext cx="10868745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Availability, overlap checks, duration math, feasibility, and write authorization are all plain code. No randomness.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LLM never touches the schedule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6682" y="3256161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3647480"/>
            <a:ext cx="10868745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only turns an already-decided outcome into one explanatory sentence. If it times out, a deterministic template takes over — the app keeps working.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silent drops, no invented scores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82" y="443011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475" y="4821436"/>
            <a:ext cx="10868745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task that doesn't fit becomes an explicit Deferred state. Friction tags are plain if/else rules, never a weighted formula with made-up weights.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clinical language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82" y="560407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5995392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observes a person's own task history and calibrates from it. It never claims to detect, diagnose, or treat anything.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655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we prove it works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7070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test scenarios, logged pass/fail to the Evaluation tab — not a demo we hope survives.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22103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passes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 day, 3 contexts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 plan, zero overlaps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Overloaded day (9h requested, 5h available)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Explicit deferrals, nothing silently dropped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 submission of the same plan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duplicate Calendar events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Forced Calendar API failure on first write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Shows failed_recoverable, retry makes exactly one event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Task missing a duration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Sent to clarification, never auto-guessed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69902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Transition cost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409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bigger idea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212181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i="1" spc="-6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 doesn't optimize for a fuller calendar. It detects when a day's demand doesn't match your real capacity, and makes that visible instead of hiding it behind a schedule that looks fine.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355887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it learns that from your calendar. The architecture doesn't change if that signal later comes from somewhere else — it changes what feeds the calibration engine, not how it writes to your calendar safely.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82" y="437634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github.com/harshim1/multi-agent-hacks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8913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— a planning-support prototype, not a diagnostic or medical tool.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2026-09-13T23:15:35Z</dcterms:created>
  <dcterms:modified xsi:type="dcterms:W3CDTF">2026-09-13T23:15:35Z</dcterms:modified>
</cp:coreProperties>
</file>